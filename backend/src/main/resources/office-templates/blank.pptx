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 type="screen4x3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EduCollab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EduCollab</dc:creator>
  <cp:lastModifiedBy>EduCollab</cp:lastModifiedBy>
  <dcterms:created xsi:type="dcterms:W3CDTF">2026-04-14T15:53:58Z</dcterms:created>
  <dcterms:modified xsi:type="dcterms:W3CDTF">2026-04-14T15:53:58Z</dcterms:modified>
</cp:coreProperties>
</file>